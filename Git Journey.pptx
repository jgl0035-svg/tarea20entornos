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mo Bold" charset="1" panose="020B0704020202020204"/>
      <p:regular r:id="rId17"/>
    </p:embeddedFont>
    <p:embeddedFont>
      <p:font typeface="Mukta Mahee" charset="1" panose="020B0000000000000000"/>
      <p:regular r:id="rId18"/>
    </p:embeddedFont>
    <p:embeddedFont>
      <p:font typeface="Arimo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notesSlides/notesSlide7.xml" Type="http://schemas.openxmlformats.org/officeDocument/2006/relationships/notesSlide"/><Relationship Id="rId26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602650" y="5194500"/>
            <a:ext cx="6178950" cy="5314848"/>
          </a:xfrm>
          <a:custGeom>
            <a:avLst/>
            <a:gdLst/>
            <a:ahLst/>
            <a:cxnLst/>
            <a:rect r="r" b="b" t="t" l="l"/>
            <a:pathLst>
              <a:path h="5314848" w="6178950">
                <a:moveTo>
                  <a:pt x="0" y="0"/>
                </a:moveTo>
                <a:lnTo>
                  <a:pt x="6178950" y="0"/>
                </a:lnTo>
                <a:lnTo>
                  <a:pt x="6178950" y="5314848"/>
                </a:lnTo>
                <a:lnTo>
                  <a:pt x="0" y="5314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-460090" y="-209970"/>
            <a:ext cx="6178950" cy="5314848"/>
          </a:xfrm>
          <a:custGeom>
            <a:avLst/>
            <a:gdLst/>
            <a:ahLst/>
            <a:cxnLst/>
            <a:rect r="r" b="b" t="t" l="l"/>
            <a:pathLst>
              <a:path h="5314848" w="6178950">
                <a:moveTo>
                  <a:pt x="0" y="0"/>
                </a:moveTo>
                <a:lnTo>
                  <a:pt x="6178950" y="0"/>
                </a:lnTo>
                <a:lnTo>
                  <a:pt x="6178950" y="5314848"/>
                </a:lnTo>
                <a:lnTo>
                  <a:pt x="0" y="5314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3528404" y="-124150"/>
            <a:ext cx="4788296" cy="1737200"/>
          </a:xfrm>
          <a:custGeom>
            <a:avLst/>
            <a:gdLst/>
            <a:ahLst/>
            <a:cxnLst/>
            <a:rect r="r" b="b" t="t" l="l"/>
            <a:pathLst>
              <a:path h="1737200" w="4788296">
                <a:moveTo>
                  <a:pt x="0" y="0"/>
                </a:moveTo>
                <a:lnTo>
                  <a:pt x="4788296" y="0"/>
                </a:lnTo>
                <a:lnTo>
                  <a:pt x="4788296" y="1737200"/>
                </a:lnTo>
                <a:lnTo>
                  <a:pt x="0" y="17372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" t="0" r="-1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5400000">
            <a:off x="134928" y="7263778"/>
            <a:ext cx="2888300" cy="3158148"/>
          </a:xfrm>
          <a:custGeom>
            <a:avLst/>
            <a:gdLst/>
            <a:ahLst/>
            <a:cxnLst/>
            <a:rect r="r" b="b" t="t" l="l"/>
            <a:pathLst>
              <a:path h="3158148" w="2888300">
                <a:moveTo>
                  <a:pt x="2888300" y="0"/>
                </a:moveTo>
                <a:lnTo>
                  <a:pt x="0" y="0"/>
                </a:lnTo>
                <a:lnTo>
                  <a:pt x="0" y="3158148"/>
                </a:lnTo>
                <a:lnTo>
                  <a:pt x="2888300" y="3158148"/>
                </a:lnTo>
                <a:lnTo>
                  <a:pt x="288830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54943" y="2047353"/>
            <a:ext cx="15252150" cy="3057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999"/>
              </a:lnSpc>
            </a:pPr>
            <a:r>
              <a:rPr lang="en-US" b="true" sz="9999">
                <a:solidFill>
                  <a:srgbClr val="B8FFFF"/>
                </a:solidFill>
                <a:latin typeface="Arimo Bold"/>
                <a:ea typeface="Arimo Bold"/>
                <a:cs typeface="Arimo Bold"/>
                <a:sym typeface="Arimo Bold"/>
              </a:rPr>
              <a:t>Tarea Evaluación Módulo 20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605675" y="5466319"/>
            <a:ext cx="9076650" cy="970650"/>
            <a:chOff x="0" y="0"/>
            <a:chExt cx="12102200" cy="1294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00" y="12700"/>
              <a:ext cx="12076811" cy="1268857"/>
            </a:xfrm>
            <a:custGeom>
              <a:avLst/>
              <a:gdLst/>
              <a:ahLst/>
              <a:cxnLst/>
              <a:rect r="r" b="b" t="t" l="l"/>
              <a:pathLst>
                <a:path h="1268857" w="12076811">
                  <a:moveTo>
                    <a:pt x="0" y="0"/>
                  </a:moveTo>
                  <a:lnTo>
                    <a:pt x="12076811" y="0"/>
                  </a:lnTo>
                  <a:lnTo>
                    <a:pt x="12076811" y="1268857"/>
                  </a:lnTo>
                  <a:lnTo>
                    <a:pt x="0" y="1268857"/>
                  </a:lnTo>
                  <a:close/>
                </a:path>
              </a:pathLst>
            </a:custGeom>
            <a:solidFill>
              <a:srgbClr val="B8FFFF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02211" cy="1294257"/>
            </a:xfrm>
            <a:custGeom>
              <a:avLst/>
              <a:gdLst/>
              <a:ahLst/>
              <a:cxnLst/>
              <a:rect r="r" b="b" t="t" l="l"/>
              <a:pathLst>
                <a:path h="1294257" w="12102211">
                  <a:moveTo>
                    <a:pt x="12700" y="0"/>
                  </a:moveTo>
                  <a:lnTo>
                    <a:pt x="12089511" y="0"/>
                  </a:lnTo>
                  <a:cubicBezTo>
                    <a:pt x="12096496" y="0"/>
                    <a:pt x="12102211" y="5715"/>
                    <a:pt x="12102211" y="12700"/>
                  </a:cubicBezTo>
                  <a:lnTo>
                    <a:pt x="12102211" y="1281557"/>
                  </a:lnTo>
                  <a:cubicBezTo>
                    <a:pt x="12102211" y="1288542"/>
                    <a:pt x="12096496" y="1294257"/>
                    <a:pt x="12089511" y="1294257"/>
                  </a:cubicBezTo>
                  <a:lnTo>
                    <a:pt x="12700" y="1294257"/>
                  </a:lnTo>
                  <a:cubicBezTo>
                    <a:pt x="5715" y="1294257"/>
                    <a:pt x="0" y="1288542"/>
                    <a:pt x="0" y="1281557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1281557"/>
                  </a:lnTo>
                  <a:lnTo>
                    <a:pt x="12700" y="1281557"/>
                  </a:lnTo>
                  <a:lnTo>
                    <a:pt x="12700" y="1268857"/>
                  </a:lnTo>
                  <a:lnTo>
                    <a:pt x="12089511" y="1268857"/>
                  </a:lnTo>
                  <a:lnTo>
                    <a:pt x="12089511" y="1281557"/>
                  </a:lnTo>
                  <a:lnTo>
                    <a:pt x="12076811" y="1281557"/>
                  </a:lnTo>
                  <a:lnTo>
                    <a:pt x="12076811" y="12700"/>
                  </a:lnTo>
                  <a:lnTo>
                    <a:pt x="12089511" y="12700"/>
                  </a:lnTo>
                  <a:lnTo>
                    <a:pt x="12089511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B8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2102200" cy="1284675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ctr">
                <a:lnSpc>
                  <a:spcPts val="3840"/>
                </a:lnSpc>
              </a:pPr>
              <a:r>
                <a:rPr lang="en-US" sz="3200">
                  <a:solidFill>
                    <a:srgbClr val="202222"/>
                  </a:solidFill>
                  <a:latin typeface="Mukta Mahee"/>
                  <a:ea typeface="Mukta Mahee"/>
                  <a:cs typeface="Mukta Mahee"/>
                  <a:sym typeface="Mukta Mahee"/>
                </a:rPr>
                <a:t>Hecho por: José Miguel Gutiérrez López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6848004" y="-25400"/>
            <a:ext cx="947750" cy="5259802"/>
          </a:xfrm>
          <a:custGeom>
            <a:avLst/>
            <a:gdLst/>
            <a:ahLst/>
            <a:cxnLst/>
            <a:rect r="r" b="b" t="t" l="l"/>
            <a:pathLst>
              <a:path h="5259802" w="947750">
                <a:moveTo>
                  <a:pt x="947750" y="0"/>
                </a:moveTo>
                <a:lnTo>
                  <a:pt x="0" y="0"/>
                </a:lnTo>
                <a:lnTo>
                  <a:pt x="0" y="5259802"/>
                </a:lnTo>
                <a:lnTo>
                  <a:pt x="947750" y="5259802"/>
                </a:lnTo>
                <a:lnTo>
                  <a:pt x="94775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1634534" y="1422224"/>
            <a:ext cx="4735504" cy="1876650"/>
          </a:xfrm>
          <a:custGeom>
            <a:avLst/>
            <a:gdLst/>
            <a:ahLst/>
            <a:cxnLst/>
            <a:rect r="r" b="b" t="t" l="l"/>
            <a:pathLst>
              <a:path h="1876650" w="4735504">
                <a:moveTo>
                  <a:pt x="0" y="0"/>
                </a:moveTo>
                <a:lnTo>
                  <a:pt x="4735504" y="0"/>
                </a:lnTo>
                <a:lnTo>
                  <a:pt x="4735504" y="1876650"/>
                </a:lnTo>
                <a:lnTo>
                  <a:pt x="0" y="1876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" t="0" r="-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31425" y="962425"/>
            <a:ext cx="152251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b="true" sz="5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ÍNDICE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07825" y="2655529"/>
            <a:ext cx="1286550" cy="731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</a:pPr>
            <a:r>
              <a:rPr lang="en-US" b="true" sz="5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07825" y="4587918"/>
            <a:ext cx="12865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</a:pPr>
            <a:r>
              <a:rPr lang="en-US" b="true" sz="5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1425" y="3518713"/>
            <a:ext cx="566295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4000">
                <a:solidFill>
                  <a:srgbClr val="B8FFFF"/>
                </a:solidFill>
                <a:latin typeface="Arimo"/>
                <a:ea typeface="Arimo"/>
                <a:cs typeface="Arimo"/>
                <a:sym typeface="Arimo"/>
              </a:rPr>
              <a:t>Inizialización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06924" y="5339380"/>
            <a:ext cx="5087451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4000">
                <a:solidFill>
                  <a:srgbClr val="B8FFFF"/>
                </a:solidFill>
                <a:latin typeface="Arimo"/>
                <a:ea typeface="Arimo"/>
                <a:cs typeface="Arimo"/>
                <a:sym typeface="Arimo"/>
              </a:rPr>
              <a:t>Modificación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525076" y="4360742"/>
            <a:ext cx="1469400" cy="6097816"/>
          </a:xfrm>
          <a:custGeom>
            <a:avLst/>
            <a:gdLst/>
            <a:ahLst/>
            <a:cxnLst/>
            <a:rect r="r" b="b" t="t" l="l"/>
            <a:pathLst>
              <a:path h="6097816" w="1469400">
                <a:moveTo>
                  <a:pt x="0" y="0"/>
                </a:moveTo>
                <a:lnTo>
                  <a:pt x="1469400" y="0"/>
                </a:lnTo>
                <a:lnTo>
                  <a:pt x="1469400" y="6097816"/>
                </a:lnTo>
                <a:lnTo>
                  <a:pt x="0" y="609781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912614" y="2728138"/>
            <a:ext cx="12865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</a:pPr>
            <a:r>
              <a:rPr lang="en-US" b="true" sz="5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06924" y="7195743"/>
            <a:ext cx="5087451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4000">
                <a:solidFill>
                  <a:srgbClr val="B8FFFF"/>
                </a:solidFill>
                <a:latin typeface="Arimo"/>
                <a:ea typeface="Arimo"/>
                <a:cs typeface="Arimo"/>
                <a:sym typeface="Arimo"/>
              </a:rPr>
              <a:t>Gestión de ramas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907825" y="6405168"/>
            <a:ext cx="12865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</a:pPr>
            <a:r>
              <a:rPr lang="en-US" b="true" sz="5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55438" y="3636842"/>
            <a:ext cx="5087451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4000">
                <a:solidFill>
                  <a:srgbClr val="B8FFFF"/>
                </a:solidFill>
                <a:latin typeface="Arimo"/>
                <a:ea typeface="Arimo"/>
                <a:cs typeface="Arimo"/>
                <a:sym typeface="Arimo"/>
              </a:rPr>
              <a:t>Fusión de ramas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12614" y="4548805"/>
            <a:ext cx="12865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240"/>
              </a:lnSpc>
            </a:pPr>
            <a:r>
              <a:rPr lang="en-US" b="true" sz="5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94476" y="5444155"/>
            <a:ext cx="5662950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800"/>
              </a:lnSpc>
            </a:pPr>
            <a:r>
              <a:rPr lang="en-US" sz="4000">
                <a:solidFill>
                  <a:srgbClr val="B8FFFF"/>
                </a:solidFill>
                <a:latin typeface="Arimo"/>
                <a:ea typeface="Arimo"/>
                <a:cs typeface="Arimo"/>
                <a:sym typeface="Arimo"/>
              </a:rPr>
              <a:t>Conexión con GitHub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76453" y="9027448"/>
            <a:ext cx="4405950" cy="1600628"/>
          </a:xfrm>
          <a:custGeom>
            <a:avLst/>
            <a:gdLst/>
            <a:ahLst/>
            <a:cxnLst/>
            <a:rect r="r" b="b" t="t" l="l"/>
            <a:pathLst>
              <a:path h="1600628" w="4405950">
                <a:moveTo>
                  <a:pt x="0" y="0"/>
                </a:moveTo>
                <a:lnTo>
                  <a:pt x="4405950" y="0"/>
                </a:lnTo>
                <a:lnTo>
                  <a:pt x="4405950" y="1600628"/>
                </a:lnTo>
                <a:lnTo>
                  <a:pt x="0" y="1600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82042" y="-206358"/>
            <a:ext cx="4405958" cy="3353048"/>
          </a:xfrm>
          <a:custGeom>
            <a:avLst/>
            <a:gdLst/>
            <a:ahLst/>
            <a:cxnLst/>
            <a:rect r="r" b="b" t="t" l="l"/>
            <a:pathLst>
              <a:path h="3353048" w="4405958">
                <a:moveTo>
                  <a:pt x="4405958" y="0"/>
                </a:moveTo>
                <a:lnTo>
                  <a:pt x="0" y="0"/>
                </a:lnTo>
                <a:lnTo>
                  <a:pt x="0" y="3353048"/>
                </a:lnTo>
                <a:lnTo>
                  <a:pt x="4405958" y="3353048"/>
                </a:lnTo>
                <a:lnTo>
                  <a:pt x="440595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207163" y="4635589"/>
            <a:ext cx="11237823" cy="2607751"/>
          </a:xfrm>
          <a:custGeom>
            <a:avLst/>
            <a:gdLst/>
            <a:ahLst/>
            <a:cxnLst/>
            <a:rect r="r" b="b" t="t" l="l"/>
            <a:pathLst>
              <a:path h="2607751" w="11237823">
                <a:moveTo>
                  <a:pt x="0" y="0"/>
                </a:moveTo>
                <a:lnTo>
                  <a:pt x="11237823" y="0"/>
                </a:lnTo>
                <a:lnTo>
                  <a:pt x="11237823" y="2607751"/>
                </a:lnTo>
                <a:lnTo>
                  <a:pt x="0" y="26077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23982" y="1008204"/>
            <a:ext cx="9277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>
                <a:solidFill>
                  <a:srgbClr val="B8FFFF"/>
                </a:solidFill>
                <a:latin typeface="Arimo Bold"/>
                <a:ea typeface="Arimo Bold"/>
                <a:cs typeface="Arimo Bold"/>
                <a:sym typeface="Arimo Bold"/>
              </a:rPr>
              <a:t>1. Inicialización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69832" y="2746640"/>
            <a:ext cx="998625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64"/>
              </a:lnSpc>
            </a:pPr>
            <a:r>
              <a:rPr lang="en-US" sz="2636">
                <a:solidFill>
                  <a:srgbClr val="FFFFFF"/>
                </a:solidFill>
                <a:latin typeface="Mukta Mahee"/>
                <a:ea typeface="Mukta Mahee"/>
                <a:cs typeface="Mukta Mahee"/>
                <a:sym typeface="Mukta Mahee"/>
              </a:rPr>
              <a:t>Se crea el repositorio local, luego se añaden los archivos de nuestro proyecto, hacemos el primer commit.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76453" y="9027448"/>
            <a:ext cx="4405950" cy="1600628"/>
          </a:xfrm>
          <a:custGeom>
            <a:avLst/>
            <a:gdLst/>
            <a:ahLst/>
            <a:cxnLst/>
            <a:rect r="r" b="b" t="t" l="l"/>
            <a:pathLst>
              <a:path h="1600628" w="4405950">
                <a:moveTo>
                  <a:pt x="0" y="0"/>
                </a:moveTo>
                <a:lnTo>
                  <a:pt x="4405950" y="0"/>
                </a:lnTo>
                <a:lnTo>
                  <a:pt x="4405950" y="1600628"/>
                </a:lnTo>
                <a:lnTo>
                  <a:pt x="0" y="1600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82042" y="-206358"/>
            <a:ext cx="4405958" cy="3353048"/>
          </a:xfrm>
          <a:custGeom>
            <a:avLst/>
            <a:gdLst/>
            <a:ahLst/>
            <a:cxnLst/>
            <a:rect r="r" b="b" t="t" l="l"/>
            <a:pathLst>
              <a:path h="3353048" w="4405958">
                <a:moveTo>
                  <a:pt x="4405958" y="0"/>
                </a:moveTo>
                <a:lnTo>
                  <a:pt x="0" y="0"/>
                </a:lnTo>
                <a:lnTo>
                  <a:pt x="0" y="3353048"/>
                </a:lnTo>
                <a:lnTo>
                  <a:pt x="4405958" y="3353048"/>
                </a:lnTo>
                <a:lnTo>
                  <a:pt x="440595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29497" y="4879045"/>
            <a:ext cx="13147078" cy="739523"/>
          </a:xfrm>
          <a:custGeom>
            <a:avLst/>
            <a:gdLst/>
            <a:ahLst/>
            <a:cxnLst/>
            <a:rect r="r" b="b" t="t" l="l"/>
            <a:pathLst>
              <a:path h="739523" w="13147078">
                <a:moveTo>
                  <a:pt x="0" y="0"/>
                </a:moveTo>
                <a:lnTo>
                  <a:pt x="13147079" y="0"/>
                </a:lnTo>
                <a:lnTo>
                  <a:pt x="13147079" y="739523"/>
                </a:lnTo>
                <a:lnTo>
                  <a:pt x="0" y="73952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57580" y="584341"/>
            <a:ext cx="9277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>
                <a:solidFill>
                  <a:srgbClr val="B8FFFF"/>
                </a:solidFill>
                <a:latin typeface="Arimo Bold"/>
                <a:ea typeface="Arimo Bold"/>
                <a:cs typeface="Arimo Bold"/>
                <a:sym typeface="Arimo Bold"/>
              </a:rPr>
              <a:t>2. Seguimiento de cambios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03430" y="2546615"/>
            <a:ext cx="998625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64"/>
              </a:lnSpc>
            </a:pPr>
            <a:r>
              <a:rPr lang="en-US" sz="2636">
                <a:solidFill>
                  <a:srgbClr val="FFFFFF"/>
                </a:solidFill>
                <a:latin typeface="Mukta Mahee"/>
                <a:ea typeface="Mukta Mahee"/>
                <a:cs typeface="Mukta Mahee"/>
                <a:sym typeface="Mukta Mahee"/>
              </a:rPr>
              <a:t>Si realizamos un cambio en nuestro código, simplemente deberíamos de volver a añadir el archivo modificado y volver a realizar otro commit, en el que podemos indicar el cambio realizado.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076453" y="9027448"/>
            <a:ext cx="4405950" cy="1600628"/>
          </a:xfrm>
          <a:custGeom>
            <a:avLst/>
            <a:gdLst/>
            <a:ahLst/>
            <a:cxnLst/>
            <a:rect r="r" b="b" t="t" l="l"/>
            <a:pathLst>
              <a:path h="1600628" w="4405950">
                <a:moveTo>
                  <a:pt x="0" y="0"/>
                </a:moveTo>
                <a:lnTo>
                  <a:pt x="4405950" y="0"/>
                </a:lnTo>
                <a:lnTo>
                  <a:pt x="4405950" y="1600628"/>
                </a:lnTo>
                <a:lnTo>
                  <a:pt x="0" y="1600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82042" y="-206358"/>
            <a:ext cx="4405958" cy="3353048"/>
          </a:xfrm>
          <a:custGeom>
            <a:avLst/>
            <a:gdLst/>
            <a:ahLst/>
            <a:cxnLst/>
            <a:rect r="r" b="b" t="t" l="l"/>
            <a:pathLst>
              <a:path h="3353048" w="4405958">
                <a:moveTo>
                  <a:pt x="4405958" y="0"/>
                </a:moveTo>
                <a:lnTo>
                  <a:pt x="0" y="0"/>
                </a:lnTo>
                <a:lnTo>
                  <a:pt x="0" y="3353048"/>
                </a:lnTo>
                <a:lnTo>
                  <a:pt x="4405958" y="3353048"/>
                </a:lnTo>
                <a:lnTo>
                  <a:pt x="440595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51343" y="3889499"/>
            <a:ext cx="11985314" cy="1116536"/>
          </a:xfrm>
          <a:custGeom>
            <a:avLst/>
            <a:gdLst/>
            <a:ahLst/>
            <a:cxnLst/>
            <a:rect r="r" b="b" t="t" l="l"/>
            <a:pathLst>
              <a:path h="1116536" w="11985314">
                <a:moveTo>
                  <a:pt x="0" y="0"/>
                </a:moveTo>
                <a:lnTo>
                  <a:pt x="11985314" y="0"/>
                </a:lnTo>
                <a:lnTo>
                  <a:pt x="11985314" y="1116536"/>
                </a:lnTo>
                <a:lnTo>
                  <a:pt x="0" y="11165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957580" y="584341"/>
            <a:ext cx="9277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>
                <a:solidFill>
                  <a:srgbClr val="B8FFFF"/>
                </a:solidFill>
                <a:latin typeface="Arimo Bold"/>
                <a:ea typeface="Arimo Bold"/>
                <a:cs typeface="Arimo Bold"/>
                <a:sym typeface="Arimo Bold"/>
              </a:rPr>
              <a:t>3. Gestión de ramas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03430" y="1568373"/>
            <a:ext cx="9986250" cy="1200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64"/>
              </a:lnSpc>
            </a:pPr>
            <a:r>
              <a:rPr lang="en-US" sz="2636">
                <a:solidFill>
                  <a:srgbClr val="FFFFFF"/>
                </a:solidFill>
                <a:latin typeface="Mukta Mahee"/>
                <a:ea typeface="Mukta Mahee"/>
                <a:cs typeface="Mukta Mahee"/>
                <a:sym typeface="Mukta Mahee"/>
              </a:rPr>
              <a:t>Aqui creamos una rama para trabajar sin que pueda afectar a la principal, se realizan cambios en la rama secundaria y posteriormente se finaliza con commit.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02975" y="9566603"/>
            <a:ext cx="4405950" cy="1600628"/>
          </a:xfrm>
          <a:custGeom>
            <a:avLst/>
            <a:gdLst/>
            <a:ahLst/>
            <a:cxnLst/>
            <a:rect r="r" b="b" t="t" l="l"/>
            <a:pathLst>
              <a:path h="1600628" w="4405950">
                <a:moveTo>
                  <a:pt x="0" y="0"/>
                </a:moveTo>
                <a:lnTo>
                  <a:pt x="4405950" y="0"/>
                </a:lnTo>
                <a:lnTo>
                  <a:pt x="4405950" y="1600628"/>
                </a:lnTo>
                <a:lnTo>
                  <a:pt x="0" y="1600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82042" y="-206358"/>
            <a:ext cx="4405958" cy="3353048"/>
          </a:xfrm>
          <a:custGeom>
            <a:avLst/>
            <a:gdLst/>
            <a:ahLst/>
            <a:cxnLst/>
            <a:rect r="r" b="b" t="t" l="l"/>
            <a:pathLst>
              <a:path h="3353048" w="4405958">
                <a:moveTo>
                  <a:pt x="4405958" y="0"/>
                </a:moveTo>
                <a:lnTo>
                  <a:pt x="0" y="0"/>
                </a:lnTo>
                <a:lnTo>
                  <a:pt x="0" y="3353048"/>
                </a:lnTo>
                <a:lnTo>
                  <a:pt x="4405958" y="3353048"/>
                </a:lnTo>
                <a:lnTo>
                  <a:pt x="440595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13789" y="3796376"/>
            <a:ext cx="10793987" cy="1679804"/>
          </a:xfrm>
          <a:custGeom>
            <a:avLst/>
            <a:gdLst/>
            <a:ahLst/>
            <a:cxnLst/>
            <a:rect r="r" b="b" t="t" l="l"/>
            <a:pathLst>
              <a:path h="1679804" w="10793987">
                <a:moveTo>
                  <a:pt x="0" y="0"/>
                </a:moveTo>
                <a:lnTo>
                  <a:pt x="10793987" y="0"/>
                </a:lnTo>
                <a:lnTo>
                  <a:pt x="10793987" y="1679803"/>
                </a:lnTo>
                <a:lnTo>
                  <a:pt x="0" y="16798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717658" y="1077626"/>
            <a:ext cx="9277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>
                <a:solidFill>
                  <a:srgbClr val="B8FFFF"/>
                </a:solidFill>
                <a:latin typeface="Arimo Bold"/>
                <a:ea typeface="Arimo Bold"/>
                <a:cs typeface="Arimo Bold"/>
                <a:sym typeface="Arimo Bold"/>
              </a:rPr>
              <a:t>4. Fusión de ramas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717658" y="2349407"/>
            <a:ext cx="9986250" cy="800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64"/>
              </a:lnSpc>
            </a:pPr>
            <a:r>
              <a:rPr lang="en-US" sz="2636">
                <a:solidFill>
                  <a:srgbClr val="FFFFFF"/>
                </a:solidFill>
                <a:latin typeface="Mukta Mahee"/>
                <a:ea typeface="Mukta Mahee"/>
                <a:cs typeface="Mukta Mahee"/>
                <a:sym typeface="Mukta Mahee"/>
              </a:rPr>
              <a:t>Volvemos a nuestra rama principal, fusionandolo con la secundaria, y luego se integra el trabajo en el main.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9052" y="8873296"/>
            <a:ext cx="4405950" cy="1600628"/>
          </a:xfrm>
          <a:custGeom>
            <a:avLst/>
            <a:gdLst/>
            <a:ahLst/>
            <a:cxnLst/>
            <a:rect r="r" b="b" t="t" l="l"/>
            <a:pathLst>
              <a:path h="1600628" w="4405950">
                <a:moveTo>
                  <a:pt x="0" y="0"/>
                </a:moveTo>
                <a:lnTo>
                  <a:pt x="4405950" y="0"/>
                </a:lnTo>
                <a:lnTo>
                  <a:pt x="4405950" y="1600628"/>
                </a:lnTo>
                <a:lnTo>
                  <a:pt x="0" y="1600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3882042" y="-206358"/>
            <a:ext cx="4405958" cy="3353048"/>
          </a:xfrm>
          <a:custGeom>
            <a:avLst/>
            <a:gdLst/>
            <a:ahLst/>
            <a:cxnLst/>
            <a:rect r="r" b="b" t="t" l="l"/>
            <a:pathLst>
              <a:path h="3353048" w="4405958">
                <a:moveTo>
                  <a:pt x="4405958" y="0"/>
                </a:moveTo>
                <a:lnTo>
                  <a:pt x="0" y="0"/>
                </a:lnTo>
                <a:lnTo>
                  <a:pt x="0" y="3353048"/>
                </a:lnTo>
                <a:lnTo>
                  <a:pt x="4405958" y="3353048"/>
                </a:lnTo>
                <a:lnTo>
                  <a:pt x="440595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955852" y="4078334"/>
            <a:ext cx="14794629" cy="3162352"/>
          </a:xfrm>
          <a:custGeom>
            <a:avLst/>
            <a:gdLst/>
            <a:ahLst/>
            <a:cxnLst/>
            <a:rect r="r" b="b" t="t" l="l"/>
            <a:pathLst>
              <a:path h="3162352" w="14794629">
                <a:moveTo>
                  <a:pt x="0" y="0"/>
                </a:moveTo>
                <a:lnTo>
                  <a:pt x="14794629" y="0"/>
                </a:lnTo>
                <a:lnTo>
                  <a:pt x="14794629" y="3162352"/>
                </a:lnTo>
                <a:lnTo>
                  <a:pt x="0" y="31623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46898" y="917963"/>
            <a:ext cx="9277950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b="true" sz="5599">
                <a:solidFill>
                  <a:srgbClr val="B8FFFF"/>
                </a:solidFill>
                <a:latin typeface="Arimo Bold"/>
                <a:ea typeface="Arimo Bold"/>
                <a:cs typeface="Arimo Bold"/>
                <a:sym typeface="Arimo Bold"/>
              </a:rPr>
              <a:t>5. Conexión con GitHub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505025" y="1965713"/>
            <a:ext cx="9277950" cy="1171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599">
                <a:solidFill>
                  <a:srgbClr val="FFFFFF"/>
                </a:solidFill>
                <a:latin typeface="Mukta Mahee"/>
                <a:ea typeface="Mukta Mahee"/>
                <a:cs typeface="Mukta Mahee"/>
                <a:sym typeface="Mukta Mahee"/>
              </a:rPr>
              <a:t>Se conecta con el GitHub poniendole el enlace de nuestro repositorio y una vez que se conecta, subimos todo el proyecto al repositorio.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022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10800000">
            <a:off x="16848004" y="-25400"/>
            <a:ext cx="947750" cy="5259802"/>
          </a:xfrm>
          <a:custGeom>
            <a:avLst/>
            <a:gdLst/>
            <a:ahLst/>
            <a:cxnLst/>
            <a:rect r="r" b="b" t="t" l="l"/>
            <a:pathLst>
              <a:path h="5259802" w="947750">
                <a:moveTo>
                  <a:pt x="947750" y="0"/>
                </a:moveTo>
                <a:lnTo>
                  <a:pt x="0" y="0"/>
                </a:lnTo>
                <a:lnTo>
                  <a:pt x="0" y="5259802"/>
                </a:lnTo>
                <a:lnTo>
                  <a:pt x="947750" y="5259802"/>
                </a:lnTo>
                <a:lnTo>
                  <a:pt x="94775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-1634534" y="1422224"/>
            <a:ext cx="4735504" cy="1876650"/>
          </a:xfrm>
          <a:custGeom>
            <a:avLst/>
            <a:gdLst/>
            <a:ahLst/>
            <a:cxnLst/>
            <a:rect r="r" b="b" t="t" l="l"/>
            <a:pathLst>
              <a:path h="1876650" w="4735504">
                <a:moveTo>
                  <a:pt x="0" y="0"/>
                </a:moveTo>
                <a:lnTo>
                  <a:pt x="4735504" y="0"/>
                </a:lnTo>
                <a:lnTo>
                  <a:pt x="4735504" y="1876650"/>
                </a:lnTo>
                <a:lnTo>
                  <a:pt x="0" y="1876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" t="0" r="-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531425" y="4333875"/>
            <a:ext cx="1522515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40"/>
              </a:lnSpc>
            </a:pPr>
            <a:r>
              <a:rPr lang="en-US" b="true" sz="5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FIN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3325065" y="7127471"/>
            <a:ext cx="947750" cy="5259802"/>
          </a:xfrm>
          <a:custGeom>
            <a:avLst/>
            <a:gdLst/>
            <a:ahLst/>
            <a:cxnLst/>
            <a:rect r="r" b="b" t="t" l="l"/>
            <a:pathLst>
              <a:path h="5259802" w="947750">
                <a:moveTo>
                  <a:pt x="947750" y="0"/>
                </a:moveTo>
                <a:lnTo>
                  <a:pt x="0" y="0"/>
                </a:lnTo>
                <a:lnTo>
                  <a:pt x="0" y="5259802"/>
                </a:lnTo>
                <a:lnTo>
                  <a:pt x="947750" y="5259802"/>
                </a:lnTo>
                <a:lnTo>
                  <a:pt x="94775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0870442" y="8147741"/>
            <a:ext cx="4735504" cy="1876650"/>
          </a:xfrm>
          <a:custGeom>
            <a:avLst/>
            <a:gdLst/>
            <a:ahLst/>
            <a:cxnLst/>
            <a:rect r="r" b="b" t="t" l="l"/>
            <a:pathLst>
              <a:path h="1876650" w="4735504">
                <a:moveTo>
                  <a:pt x="0" y="0"/>
                </a:moveTo>
                <a:lnTo>
                  <a:pt x="4735504" y="0"/>
                </a:lnTo>
                <a:lnTo>
                  <a:pt x="4735504" y="1876650"/>
                </a:lnTo>
                <a:lnTo>
                  <a:pt x="0" y="18766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" t="0" r="-1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DAHJlRQXLf4</dc:identifier>
  <dcterms:modified xsi:type="dcterms:W3CDTF">2011-08-01T06:04:30Z</dcterms:modified>
  <cp:revision>1</cp:revision>
  <dc:title>Git Journey</dc:title>
</cp:coreProperties>
</file>